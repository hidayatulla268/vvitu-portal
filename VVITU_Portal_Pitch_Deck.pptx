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8FAFC"/>
                </a:solidFill>
                <a:latin typeface="Trebuchet MS"/>
              </a:defRPr>
            </a:pPr>
            <a:r>
              <a:t>VVITU PORTAL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190" y="3108960"/>
            <a:ext cx="5486400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EA5E9"/>
                </a:solidFill>
              </a:defRPr>
            </a:pPr>
            <a:r>
              <a:t>NEXT-GENERATION ERP &amp; ACADEMIC INTELLIGENCE PLATFORM FOR UNIVERSITIES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754880"/>
            <a:ext cx="228600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Django 4.2 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4754880"/>
            <a:ext cx="228600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Bootstrap 5 Glassmorphism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4754880"/>
            <a:ext cx="228600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Scikit-Learn 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4754880"/>
            <a:ext cx="228600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11D48"/>
                </a:solidFill>
              </a:defRPr>
            </a:pPr>
            <a:r>
              <a:t>OWASP WAF Shield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Vasireddy Venkatadri International Technological University  |  Developed by Solo Innovator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000" b="1">
                <a:solidFill>
                  <a:srgbClr val="F8FAFC"/>
                </a:solidFill>
                <a:latin typeface="Trebuchet MS"/>
              </a:defRPr>
            </a:pPr>
            <a:r>
              <a:t>WHAT IS VVITU PORTAL?</a:t>
            </a:r>
          </a:p>
        </p:txBody>
      </p:sp>
      <p:sp>
        <p:nvSpPr>
          <p:cNvPr id="3" name="Rectangle 2"/>
          <p:cNvSpPr/>
          <p:nvPr/>
        </p:nvSpPr>
        <p:spPr>
          <a:xfrm>
            <a:off x="3809390" y="1417320"/>
            <a:ext cx="4572000" cy="45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93776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2600" b="1">
                <a:solidFill>
                  <a:srgbClr val="E11D48"/>
                </a:solidFill>
              </a:defRPr>
            </a:pPr>
            <a:r>
              <a:t>100%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SOLO ENGINEERING PROJECT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Conceptualized &amp; coded end-to-end by one developer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828800"/>
            <a:ext cx="493776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2600" b="1">
                <a:solidFill>
                  <a:srgbClr val="0EA5E9"/>
                </a:solidFill>
              </a:defRPr>
            </a:pPr>
            <a:r>
              <a:t>5 Portals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SCOPED ROLE PANELS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Isolated dashboards for Admin, HOD, Faculty, DEO &amp; Student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023360"/>
            <a:ext cx="493776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Glassmorphism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CINEMATIC UI ENGINE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Replaces legacy outdated portals with dark/light themes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4023360"/>
            <a:ext cx="493776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2600" b="1">
                <a:solidFill>
                  <a:srgbClr val="8B5CF6"/>
                </a:solidFill>
              </a:defRPr>
            </a:pPr>
            <a:r>
              <a:t>WAF Shield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SECURITY &amp; AI HARDENED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SQLi/XSS defense + scikit-learn ML attendance predictor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Vasireddy Venkatadri International Technological University  |  Developed by Solo Innovator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000" b="1">
                <a:solidFill>
                  <a:srgbClr val="F8FAFC"/>
                </a:solidFill>
                <a:latin typeface="Trebuchet MS"/>
              </a:defRPr>
            </a:pPr>
            <a:r>
              <a:t>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3809390" y="1417320"/>
            <a:ext cx="4572000" cy="45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93776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E11D48"/>
                </a:solidFill>
              </a:defRPr>
            </a:pPr>
            <a:r>
              <a:t>💬  FACULTY COMPLAINT: POOR DESIGN &amp; UI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"The existing website has an ugly, outdated layout. It breaks completely on mobile phones when we try to mark attendance."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828800"/>
            <a:ext cx="493776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E11D48"/>
                </a:solidFill>
              </a:defRPr>
            </a:pPr>
            <a:r>
              <a:t>💬  STUDENT COMPLAINT: FREQUENT BUGS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"Marks upload forms crash during results week. Data gets lost and server timeouts happen constantly during peak hours."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023360"/>
            <a:ext cx="493776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E11D48"/>
                </a:solidFill>
              </a:defRPr>
            </a:pPr>
            <a:r>
              <a:t>💬  HOD COMPLAINT: VERY FEW FEATURES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"No backlog warning alerts, zero proxy teacher transfer tools, and no unit-level syllabus progress tracking for accreditation."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4023360"/>
            <a:ext cx="493776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E11D48"/>
                </a:solidFill>
              </a:defRPr>
            </a:pPr>
            <a:r>
              <a:t>💬  ADMIN COMPLAINT: OVERPRICED VENDORS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"External software vendors charge over ₹250+ per student every year for legacy software that offers zero innovation."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Vasireddy Venkatadri International Technological University  |  Developed by Solo Innovator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000" b="1">
                <a:solidFill>
                  <a:srgbClr val="F8FAFC"/>
                </a:solidFill>
                <a:latin typeface="Trebuchet MS"/>
              </a:defRPr>
            </a:pPr>
            <a:r>
              <a:t>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809390" y="1417320"/>
            <a:ext cx="4572000" cy="45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9377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11D48"/>
                </a:solidFill>
              </a:defRPr>
            </a:pPr>
            <a:r>
              <a:t>ENGINEERING EXCELLENCE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Cinematic Glassmorphism: Dark/Light theme engine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Zero-Bug Architecture: 100% route health across 50+ routes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0 Syntax Errors: Verified across 75 HTML templates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Sub-150ms HTTP Response Time: Highly optimized views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828800"/>
            <a:ext cx="49377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EA5E9"/>
                </a:solidFill>
              </a:defRPr>
            </a:pPr>
            <a:r>
              <a:t>FEATURE-RICH ECOSYSTEM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AI Predictor: Scikit-Learn attendance outcome forecast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Backlog Engine: Real-time uncleared fail warnings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Proxy Calculator: Real-time collision-free teacher assignment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50% Cost Disruptor: Enterprise ERP at half market price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Vasireddy Venkatadri International Technological University  |  Developed by Solo Innovator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000" b="1">
                <a:solidFill>
                  <a:srgbClr val="F8FAFC"/>
                </a:solidFill>
                <a:latin typeface="Trebuchet MS"/>
              </a:defRPr>
            </a:pPr>
            <a:r>
              <a:t>UNIQUE SELLING PROPOSITION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809390" y="1417320"/>
            <a:ext cx="4572000" cy="45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93776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50% Off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PRICE ADVANTAGE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Enterprise ERP delivered at half market vendor costs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828800"/>
            <a:ext cx="493776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2600" b="1">
                <a:solidFill>
                  <a:srgbClr val="0EA5E9"/>
                </a:solidFill>
              </a:defRPr>
            </a:pPr>
            <a:r>
              <a:t>₹0 Cloud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COLLEGE LOCAL SERVERS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Runs directly on existing college server room hardware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023360"/>
            <a:ext cx="493776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2600" b="1">
                <a:solidFill>
                  <a:srgbClr val="E11D48"/>
                </a:solidFill>
              </a:defRPr>
            </a:pPr>
            <a:r>
              <a:t>WAF Shield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EMBEDDED DEFENSE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Built-in middleware blocking SQLi, XSS &amp; Path Traversal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4023360"/>
            <a:ext cx="493776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2600" b="1">
                <a:solidFill>
                  <a:srgbClr val="F59E0B"/>
                </a:solidFill>
              </a:defRPr>
            </a:pPr>
            <a:r>
              <a:t>AI Predict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SCIKIT-LEARN ML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Forecasts attendance outcome risk before exam lockouts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Vasireddy Venkatadri International Technological University  |  Developed by Solo Innovator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000" b="1">
                <a:solidFill>
                  <a:srgbClr val="F8FAFC"/>
                </a:solidFill>
                <a:latin typeface="Trebuchet MS"/>
              </a:defRPr>
            </a:pPr>
            <a:r>
              <a:t>YOUR PRODUCT &amp;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809390" y="1417320"/>
            <a:ext cx="4572000" cy="45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9377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11D48"/>
                </a:solidFill>
              </a:defRPr>
            </a:pPr>
            <a:r>
              <a:t>CORE TECHNOLOGY STACK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Django 4.2 LTS &amp; Python 3.11 Backend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Bootstrap 5 Glassmorphism &amp; Chart.js 4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College On-Premise PostgreSQL &amp; Redis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ReportLab PDF Engine &amp; openpyxl Export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828800"/>
            <a:ext cx="49377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EA5E9"/>
                </a:solidFill>
              </a:defRPr>
            </a:pPr>
            <a:r>
              <a:t>KEY OPERATIONAL VALUE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Eliminates paper registers &amp; spreadsheet loss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Reduces leave approval cycle from days to minutes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Shields institutional data with OWASP WAF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Empowers 300,000+ students with instant feeds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Vasireddy Venkatadri International Technological University  |  Developed by Solo Innovator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000" b="1">
                <a:solidFill>
                  <a:srgbClr val="F8FAFC"/>
                </a:solidFill>
                <a:latin typeface="Trebuchet MS"/>
              </a:defRPr>
            </a:pPr>
            <a:r>
              <a:t>TARGET 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3809390" y="1417320"/>
            <a:ext cx="4572000" cy="45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0" y="2011680"/>
            <a:ext cx="4876495" cy="1005840"/>
          </a:xfrm>
          <a:prstGeom prst="roundRect">
            <a:avLst/>
          </a:prstGeom>
          <a:solidFill>
            <a:srgbClr val="E11D48"/>
          </a:solidFill>
          <a:ln w="190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SOM (OBTAINABLE MARKET — VVITU &amp; 10 REGIONAL COLLEGES)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Target Revenue: ₹1.2 Crores / Year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291840"/>
            <a:ext cx="7619695" cy="1005840"/>
          </a:xfrm>
          <a:prstGeom prst="roundRect">
            <a:avLst/>
          </a:prstGeom>
          <a:solidFill>
            <a:srgbClr val="0EA5E9"/>
          </a:solidFill>
          <a:ln w="190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SAM (SERVICEABLE MARKET — 250 NAAC ACCREDITED COLLEGES)</a:t>
            </a:r>
          </a:p>
          <a:p>
            <a:pPr>
              <a:defRPr sz="1200">
                <a:solidFill>
                  <a:srgbClr val="F59E0B"/>
                </a:solidFill>
              </a:defRPr>
            </a:pPr>
            <a:r>
              <a:t>Target Revenue: ₹30 Crores / Year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10362895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TAM (TOTAL ADDRESSABLE MARKET — 1,000+ ENGINEERING UNIVERSITIES)</a:t>
            </a:r>
          </a:p>
          <a:p>
            <a:pPr>
              <a:defRPr sz="1200">
                <a:solidFill>
                  <a:srgbClr val="F59E0B"/>
                </a:solidFill>
              </a:defRPr>
            </a:pPr>
            <a:r>
              <a:t>Target Revenue: ₹120 Crores / 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Vasireddy Venkatadri International Technological University  |  Developed by Solo Innovator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000" b="1">
                <a:solidFill>
                  <a:srgbClr val="F8FAFC"/>
                </a:solidFill>
                <a:latin typeface="Trebuchet MS"/>
              </a:defRPr>
            </a:pPr>
            <a:r>
              <a:t>MARKET SURVIVAL &amp; COMPETITIVE MOAT</a:t>
            </a:r>
          </a:p>
        </p:txBody>
      </p:sp>
      <p:sp>
        <p:nvSpPr>
          <p:cNvPr id="3" name="Rectangle 2"/>
          <p:cNvSpPr/>
          <p:nvPr/>
        </p:nvSpPr>
        <p:spPr>
          <a:xfrm>
            <a:off x="3809390" y="1417320"/>
            <a:ext cx="4572000" cy="45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9377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E11D48"/>
                </a:solidFill>
              </a:defRPr>
            </a:pPr>
            <a:r>
              <a:t>EXISTING INCUMBENT WEBSITES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Overpriced vendor contracts (₹250–₹350/student)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Ugly, non-responsive 2000s legacy interfaces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Frequent crashes &amp; database errors during results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Zero innovation (No AI predictors, no bunk alert)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828800"/>
            <a:ext cx="49377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EA5E9"/>
                </a:solidFill>
              </a:defRPr>
            </a:pPr>
            <a:r>
              <a:t>VVITU MARKET SURVIVAL STRATEGY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50% Price Disruption: ₹120/student/year (Half Cost)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₹0 Cloud Hosting: Deploys on college local servers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10x AI Features: Attendance predictor, Bunk alert, Photo search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Zero Friction Migration: 30-day parallel trial run &amp; free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Vasireddy Venkatadri International Technological University  |  Developed by Solo Innovator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000" b="1">
                <a:solidFill>
                  <a:srgbClr val="F8FAFC"/>
                </a:solidFill>
                <a:latin typeface="Trebuchet MS"/>
              </a:defRPr>
            </a:pPr>
            <a:r>
              <a:t>REVENUE &amp; FINANCIAL PROJECTIONS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809390" y="1417320"/>
            <a:ext cx="4572000" cy="45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93776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2600" b="1">
                <a:solidFill>
                  <a:srgbClr val="F59E0B"/>
                </a:solidFill>
              </a:defRPr>
            </a:pPr>
            <a:r>
              <a:t>₹120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PER STUDENT / YEAR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50% cheaper than market rate of ₹250/student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828800"/>
            <a:ext cx="493776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2600" b="1">
                <a:solidFill>
                  <a:srgbClr val="0EA5E9"/>
                </a:solidFill>
              </a:defRPr>
            </a:pPr>
            <a:r>
              <a:t>₹12 Lakhs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YEAR 1 ARR (VVITU LAUNCH)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10,000 active student subscriptions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023360"/>
            <a:ext cx="493776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2600" b="1">
                <a:solidFill>
                  <a:srgbClr val="8B5CF6"/>
                </a:solidFill>
              </a:defRPr>
            </a:pPr>
            <a:r>
              <a:t>₹60 Lakhs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YEAR 2 ARR (5 COLLEGES)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50,000 active student subscriptions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4023360"/>
            <a:ext cx="493776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₹2.4 Crores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YEAR 3 ARR (20 COLLEGES)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~80% Gross Profit Margin via college local servers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Vasireddy Venkatadri International Technological University  |  Developed by Solo Innovator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000" b="1">
                <a:solidFill>
                  <a:srgbClr val="F8FAFC"/>
                </a:solidFill>
                <a:latin typeface="Trebuchet MS"/>
              </a:defRPr>
            </a:pPr>
            <a:r>
              <a:t>MILESTONES &amp;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3809390" y="1417320"/>
            <a:ext cx="4572000" cy="45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246888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t>PHASE 1 (COMPLETE)</a:t>
            </a:r>
          </a:p>
          <a:p>
            <a:pPr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5-Role ERP Core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Full Django ERP platform built independently by single developer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194560"/>
            <a:ext cx="246888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t>PHASE 2 (COMPLETE)</a:t>
            </a:r>
          </a:p>
          <a:p>
            <a:pPr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Security &amp; WAF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100% route health validation across 50+ routes &amp; OWASP WAF shield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194560"/>
            <a:ext cx="246888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t>PHASE 3 (NEXT)</a:t>
            </a:r>
          </a:p>
          <a:p>
            <a:pPr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AI Camera Sync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Classroom facial recognition cameras auto-logging attendance per timetable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2194560"/>
            <a:ext cx="246888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t>PHASE 4 (ADVANCED)</a:t>
            </a:r>
          </a:p>
          <a:p>
            <a:pPr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Bunk Detection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Escaped student detection alerts &amp; Photo upload AI student profile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Vasireddy Venkatadri International Technological University  |  Developed by Solo Innovator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000" b="1">
                <a:solidFill>
                  <a:srgbClr val="F8FAFC"/>
                </a:solidFill>
                <a:latin typeface="Trebuchet MS"/>
              </a:defRPr>
            </a:pPr>
            <a:r>
              <a:t>FUNDING &amp; BUDGET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809390" y="1417320"/>
            <a:ext cx="4572000" cy="45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448495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50% — AI SMART CAMERA HARDWARE R&amp;D  —  ₹1,75,000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Camera modules &amp; local Edge AI processing boards (Jetson/Raspberry Pi)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383280"/>
            <a:ext cx="9448495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30% — FAST2SMS GATEWAY CREDITS &amp; API  —  ₹1,05,000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Parental SMS alert gateway credits &amp; automated notification dispatch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754880"/>
            <a:ext cx="9448495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20% — LOCAL SERVER SETUP, SSL &amp; MAINTENANCE  —  ₹70,000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SSL security certifications, local server deployment setup &amp; backup scripts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Vasireddy Venkatadri International Technological University  |  Developed by Solo Innovator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000" b="1">
                <a:solidFill>
                  <a:srgbClr val="F8FAFC"/>
                </a:solidFill>
                <a:latin typeface="Trebuchet MS"/>
              </a:defRPr>
            </a:pPr>
            <a:r>
              <a:t>THE TEAM (SOLO DEVELOPER)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3809390" y="1417320"/>
            <a:ext cx="4572000" cy="45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93776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E11D48"/>
                </a:solidFill>
              </a:defRPr>
            </a:pPr>
            <a:r>
              <a:t>👤  SOLO LEAD ARCHITECT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Entire platform conceptualized, designed, and coded independently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828800"/>
            <a:ext cx="493776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EA5E9"/>
                </a:solidFill>
              </a:defRPr>
            </a:pPr>
            <a:r>
              <a:t>👤  FULL-STACK ENGINEERING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Backend Django 4.2, PostgreSQL, REST APIs &amp; Glassmorphic CSS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023360"/>
            <a:ext cx="493776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F59E0B"/>
                </a:solidFill>
              </a:defRPr>
            </a:pPr>
            <a:r>
              <a:t>👤  AI &amp; DATA SCIENCE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Scikit-learn linear regression model for early attendance risk warnings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4023360"/>
            <a:ext cx="493776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8B5CF6"/>
                </a:solidFill>
              </a:defRPr>
            </a:pPr>
            <a:r>
              <a:t>👤  SECURITY &amp; WAF SHIELD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Custom middleware blocking SQLi, XSS, Path Traversal &amp; brute-force attacks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Vasireddy Venkatadri International Technological University  |  Developed by Solo Innovator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000" b="1">
                <a:solidFill>
                  <a:srgbClr val="F8FAFC"/>
                </a:solidFill>
                <a:latin typeface="Trebuchet MS"/>
              </a:defRPr>
            </a:pPr>
            <a:r>
              <a:t>FUTURE EXTENSION: AI VISION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3809390" y="1417320"/>
            <a:ext cx="4572000" cy="45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9377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E11D48"/>
                </a:solidFill>
              </a:defRPr>
            </a:pPr>
            <a:r>
              <a:t>ESCAPED / BUNKED STUDENT ALERT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Cross-checks attendance between consecutive class periods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Detects students present in Period 1 but missing in Period 2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Dispatches instant alert with roll number &amp; photo to teacher &amp; HOD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Eliminates attendance proxy fraud and unauthorized class exit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828800"/>
            <a:ext cx="49377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EA5E9"/>
                </a:solidFill>
              </a:defRPr>
            </a:pPr>
            <a:r>
              <a:t>PHOTO UPLOAD AI STUDENT SEARCH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Dedicated separate portal interface option for Admin &amp; Faculty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Upload any student photo (or live camera frame capture)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Performs AI facial recognition search instantly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Opens full profile, attendance stats, backlogs &amp; current class 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Vasireddy Venkatadri International Technological University  |  Developed by Solo Innovator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000" b="1">
                <a:solidFill>
                  <a:srgbClr val="F8FAFC"/>
                </a:solidFill>
                <a:latin typeface="Trebuchet MS"/>
              </a:defRPr>
            </a:pPr>
            <a:r>
              <a:t>THIS DECK IS NOT EVERYTHING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809390" y="1417320"/>
            <a:ext cx="4572000" cy="45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194560"/>
            <a:ext cx="329184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EA5E9"/>
                </a:solidFill>
              </a:defRPr>
            </a:pPr>
            <a:r>
              <a:t>LIVE DEMONSTRATION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Experience all 5 role portals live across Student, Faculty, HOD, DEO &amp; Admin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49470" y="2194560"/>
            <a:ext cx="329184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OPEN CODEBASE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Complete Django repository, automated test suites &amp; deployment scripts ready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84540" y="2194560"/>
            <a:ext cx="329184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E11D48"/>
                </a:solidFill>
              </a:defRPr>
            </a:pPr>
            <a:r>
              <a:t>CONTINUOUS INNOVATION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Rapidly iterating towards AI camera hardware &amp; facial recognition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Vasireddy Venkatadri International Technological University  |  Developed by Solo Innovator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8FAFC"/>
                </a:solidFill>
                <a:latin typeface="Trebuchet MS"/>
              </a:defRPr>
            </a:pPr>
            <a:r>
              <a:t>BEST OF LUCK!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190" y="3474720"/>
            <a:ext cx="5486400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11D48"/>
                </a:solidFill>
              </a:defRPr>
            </a:pPr>
            <a:r>
              <a:t>As long as there is that fire in your heart, you will find a way!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Vasireddy Venkatadri International Technological University  |  Developed by Solo Innovator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